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694E-E68E-DBBA-DFF9-F4C4BA44C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5FD98-3FA4-8B76-2FE1-B27AF93A0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8573A-D5CF-E876-8B87-B29B71A44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CE73-685C-4518-9026-9526DDA43CD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2B5C6-AF3B-0E88-841A-7A9589F7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15F7D-E26B-9B6D-6E75-E4585503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6BEB-3AEC-4D6B-A094-1F6B62E34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792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6995C-B98B-AFCD-6FF5-CDA7D863D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1BBB6-31AB-A032-1AF0-17B6A7488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4A2C8-4AC4-FFB2-285A-3D1A62365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CE73-685C-4518-9026-9526DDA43CD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B2A86-FF2F-C757-B62C-AE192A9D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165FA-C971-F6D7-6251-D2085E51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6BEB-3AEC-4D6B-A094-1F6B62E34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46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70D4C-7EAA-B722-2F4B-BBFE934D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42B58-6BED-85BE-777C-3EF74580B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2A67A-36BA-76D1-0877-9463E78D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CE73-685C-4518-9026-9526DDA43CD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6762B-0508-1469-862C-F8CD4E9B2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CB64-F814-8DCD-4C98-F0C5ED3F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6BEB-3AEC-4D6B-A094-1F6B62E34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45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8587-023D-1FA8-5375-466B589D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CB8CF-6E0C-1745-F31B-0A88E26EB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80405-973B-F4BE-CB0C-B710BF719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AEAE2-C547-DF77-E0AC-4910BFC7F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CE73-685C-4518-9026-9526DDA43CD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8A28F-58ED-4E4F-EA47-895BBA9D4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25A4D-6F48-1543-0685-54DEE6E4F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6BEB-3AEC-4D6B-A094-1F6B62E34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54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0211-9A89-212B-9759-10F885B4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96BC8-BADC-F856-BFFF-FE1CE0469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B8F18-ADF3-8976-7412-AD205B3AD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6BDB27-6D24-5224-9B55-324CC3FFB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2BC47-1921-167C-E4BC-84BFEB299A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0D2F2-7FAC-5D05-45DD-3A3380D3B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CE73-685C-4518-9026-9526DDA43CD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C49E43-D694-A53F-BBED-182BDD68B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BFBBC-F938-9936-641C-538F1430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6BEB-3AEC-4D6B-A094-1F6B62E34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02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C045-919B-0218-218D-B77F54772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71E92-E0AD-46B9-B556-8A5D462E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CE73-685C-4518-9026-9526DDA43CD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7DC49C-3816-C159-F039-FA52F28C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EB5BC-81DF-B4A6-5AB2-371C967F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6BEB-3AEC-4D6B-A094-1F6B62E34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693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05A6-013B-AFE1-A5A9-07291527D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CE73-685C-4518-9026-9526DDA43CD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4AB52-FF94-11A2-7DCE-8308CDB75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DDA6B-454C-B5DB-AE71-8B1BA7CE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6BEB-3AEC-4D6B-A094-1F6B62E34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80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53FE6-E9C6-A8A6-A47D-8BA65760E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27FA2-EECA-8D9C-97B6-F9BC536E8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968B9-30D7-21A1-352E-7D372B733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5B9D7-74A3-F91B-9F57-01267EEC6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CE73-685C-4518-9026-9526DDA43CD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00B21-F13B-4C6B-E971-9E223B68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9FDDF-291A-2B15-F981-4257790E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6BEB-3AEC-4D6B-A094-1F6B62E34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36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852AC-C28D-5731-6C29-143F08214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2D623-FCC9-6D09-CF0B-504C36CB5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4264F-81F9-9FBE-A4F7-E268C46BD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D4616-4F66-98E8-2CFC-CAFDF156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CE73-685C-4518-9026-9526DDA43CD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70772-DDB9-7087-B9AB-68221CEC3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3B7CB-8429-54AB-FBED-34D7FD7B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6BEB-3AEC-4D6B-A094-1F6B62E34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795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C630-71BC-CCCD-7602-1A661B49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CC525-877B-B918-8E97-39C39D6E3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CCFFF-9BB0-A878-FBD8-5C52D07C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CE73-685C-4518-9026-9526DDA43CD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57274-5F74-D5E5-EF79-C46E5C8A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1A269-EA47-B736-E13A-AF9A363B4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6BEB-3AEC-4D6B-A094-1F6B62E34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948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77D54A-7F48-9EA9-4BC0-077F00CC9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5AB23A-4AC9-D3D5-2767-02D317117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F108B-4103-2E8C-E8AA-4C6752867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CE73-685C-4518-9026-9526DDA43CD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34CF4-FAA7-F3A6-4D2A-DF0618B19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F2B81-818F-B22C-49CB-C6E59E2DA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6BEB-3AEC-4D6B-A094-1F6B62E34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448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082E30-D210-DDCE-31D7-E807A2A4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1170D-BEB1-7D3D-8A88-172E5255D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923D6-DA5A-9100-7AF2-A0703CE1A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ECE73-685C-4518-9026-9526DDA43CD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71E22-AC7F-9C8A-EAE2-EABEE1676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69125-1F13-72E8-D962-FFF526AD6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46BEB-3AEC-4D6B-A094-1F6B62E34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12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E2EF5-52C6-017E-A3E9-FEDA02396C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OmnasSmartphone</a:t>
            </a:r>
            <a:r>
              <a:rPr lang="en-US" dirty="0"/>
              <a:t> Backend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D2A1B-3F6E-A9B1-C5BB-56454AEEC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120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225AD1-1932-2E33-01A2-A5C13E152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53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47F89E-5B49-81E5-E8C9-1F8C303DC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48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5F2B5-F553-013F-C796-00013598B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79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1EC732-0B56-CDFE-A042-91C1F816B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56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OmnasSmartphone Backend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Dhadve</dc:creator>
  <cp:lastModifiedBy>Anjali Dhadve</cp:lastModifiedBy>
  <cp:revision>1</cp:revision>
  <dcterms:created xsi:type="dcterms:W3CDTF">2026-02-02T11:36:25Z</dcterms:created>
  <dcterms:modified xsi:type="dcterms:W3CDTF">2026-02-02T11:38:19Z</dcterms:modified>
</cp:coreProperties>
</file>