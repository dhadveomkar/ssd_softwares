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D826-30CE-1ABB-1C05-C601157E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53641-8EC4-3087-665D-8903F5C84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299D8-8EB0-5379-222B-02A828A6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58316-4105-771B-99E8-8C5CD012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3E6D5-75F1-D556-C626-0A2857EB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52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0858-0C22-54D8-A471-7C919AA71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119E4-7711-A5CE-A06E-579C7AF5B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9B5D2-E9D1-1F57-8A11-E54E525A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B26F-B019-3654-F5A0-401F7052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B83C3-7E77-2A62-6B57-BF1C5B65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3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1C64-B118-32B5-BE22-78EE4BF4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1F89B-D791-C19B-149C-91C59A77F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85FF-E2F5-FA04-7AD8-4A08ADD2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1994C-97BC-DCD2-96E9-0F96902D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1CC8-FDCD-99CB-BB12-35BCA791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97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559-DF81-FFD2-7250-1F3D0882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5965-CBAC-AD15-97B0-AA391CDCB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A3EA5-D831-521C-206E-7FB573AF9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92449-BFD3-0ACD-13CB-9AEFC0C8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61585-D250-3FC3-85B5-D2603876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94F6F-314C-920A-7E8D-09B0E6A1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03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FC51-39DF-E602-1426-52DDF19A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EC0AC-5F81-8E54-D207-799E471CB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95B57-B2FD-4957-5C4A-3A235FB6D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2CF1D-C5FC-DC22-4955-948E729C9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E9EF2-51F9-73AE-F877-942D857F4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A7EF59-E32C-08E4-6BD5-D305D0E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47E36-E0E0-85B2-532B-78D5EE11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FFE93-3B4F-C4C9-2C1C-A16F6005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8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5898-AB3D-3B7A-7274-B79C0FD6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E4F5D-AECE-7223-D975-B48A99D3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8BB6B-54C3-5663-EE11-28612C10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B9579-1CEA-00CF-3915-DCA520E7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46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2E08B-1014-3E7B-AF2A-31F7A406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D3C61-47A4-7D7D-BF49-C9F23D01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87D7-25AA-02D4-3853-1EE2B7A5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37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B5AA-E520-5F52-3533-276368A1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7476-C87E-67DF-01C7-1115AB50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8846F-E46E-FD60-2BB8-FA9A02039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CFBE8-CCB7-3FA0-470D-40564720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321B9-1517-682A-3504-5F07965C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C73AC-E508-EDBA-2F4A-2D5E2E8C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03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BC90-52F6-D98B-D140-BDA94203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80A74-C6D6-65F9-0AF0-9DE2F2610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3B03B-7141-A50E-A371-914576B7B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108C8-F765-78E9-594D-724DF3AB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891B8-6B55-7716-547E-EBE32B13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BC075-B607-B29A-AEBB-6C39E487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16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0E06-113C-AB75-4B63-2A4DDBC2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55986-7479-0EA1-55A3-19AD95C10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47438-8C5C-145F-ACC5-B952E61E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92DA-BD06-555F-5A1B-AAAFA206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6A68-0348-DAFE-1FE3-93BA6E98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80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69CEB-F9FC-2C82-AC26-5F4E5E138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A470A-AC46-2D23-2F6D-9BEB3803F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D950-39C4-D3CE-8E7D-B2A37AF6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78CB1-EC73-AA91-6F89-2D4E1FEC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E4475-DC91-04B0-D151-0B6A385B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2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F68E4-F62C-B05B-2548-3301246F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3091-E5A3-A584-B07C-9C6289042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C2730-2A69-B361-8B4E-CC0BB1CCC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87371-CC5F-4436-9AC8-5CC08842345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AB0A-59A2-55C7-B052-BB73CEA7C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5CF5-E4E2-297E-FB70-1644608C3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91DC1-DC3B-418F-ABCF-59437CF58A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36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18EEE7-B849-C36B-7402-299C61C29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4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6F577-A39E-16F2-8A37-18FB04E3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4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FA428-3B66-7AC9-1BC3-0F9E45616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4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F14E4-DE21-3492-0394-1D1BC6EF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2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Dhadve</dc:creator>
  <cp:lastModifiedBy>Anjali Dhadve</cp:lastModifiedBy>
  <cp:revision>1</cp:revision>
  <dcterms:created xsi:type="dcterms:W3CDTF">2026-02-04T11:51:10Z</dcterms:created>
  <dcterms:modified xsi:type="dcterms:W3CDTF">2026-02-04T11:53:37Z</dcterms:modified>
</cp:coreProperties>
</file>